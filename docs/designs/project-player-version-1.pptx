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58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F7177-B11A-F7FC-347B-F3A6D3434C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277000-CBE1-BBEF-1DF6-36EB993810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76105-D51B-69B9-C0B9-589660E2C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BFB5-E51A-4C5C-9C32-097967E30759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FDBCA-C61B-6E6A-07EE-49AD84396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1FCC3-AC82-E84A-7F79-2F8E88C8D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AAC3-A82B-42FE-AA51-FF685E8AE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3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BF46D-2F40-5192-A0F6-954FFA6F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B8E99-9226-D56B-B535-B8AAE2374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1459C-B608-9BB9-0CF2-3543EAB0C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BFB5-E51A-4C5C-9C32-097967E30759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847D7-EC6C-1A2E-E21D-56DB47FB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7793A-E59D-1559-BBD4-0C8D9AE71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AAC3-A82B-42FE-AA51-FF685E8AE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737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2878D-4D65-EC6C-5013-E9BC6EDCF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F3B85A-713A-D14C-DCC3-7ED3EAF6B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C0B48-995D-574B-C162-571E40E5E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BFB5-E51A-4C5C-9C32-097967E30759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E199B-4CCD-E552-3F11-85308DFD0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A5DC4-9679-7115-84E4-470A792A3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AAC3-A82B-42FE-AA51-FF685E8AE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23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E45FF-C19C-57DC-3771-770DEFA0E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19B9D-D2FE-B95F-5476-A28B160E86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2D607A-87FB-7621-39FD-67AE8AEDE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9A0E46-F5DA-4ED1-DA01-B7F93D602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BFB5-E51A-4C5C-9C32-097967E30759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2DABF-D8D1-2AD0-64BF-84944DCE1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C7D331-6E67-CC09-B86E-C4EBE3A3F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AAC3-A82B-42FE-AA51-FF685E8AE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573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903E7-CBBB-DA9D-9F82-D9A3A16CF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060E9-4648-47BA-207D-6DA6B5997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FDC92-47C4-5963-7A60-5BFE8FC8FC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FC2548-1058-459E-904F-A378E92387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6B1071-612A-7550-B04A-A69485DFD4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06966B-485B-D4EF-7750-5B31B82F5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BFB5-E51A-4C5C-9C32-097967E30759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3E7E3B-18DF-4CE3-382B-7B3775154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F4A5E1-2FF6-DBEC-8933-5866D326A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AAC3-A82B-42FE-AA51-FF685E8AE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716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196D8-088B-68CB-4655-551D2722C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4CE084-92AE-8F30-9986-E65DE62AC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BFB5-E51A-4C5C-9C32-097967E30759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59E365-8A8B-5D06-24C4-4C161B6A4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1699E-5CE1-F24E-EAC0-330AF0939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AAC3-A82B-42FE-AA51-FF685E8AE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52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AD05F2-74A7-4635-6834-1B2F477A2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BFB5-E51A-4C5C-9C32-097967E30759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9BB663-0C99-93FF-FAD9-065B71798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67333-259D-E055-A038-34C349938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AAC3-A82B-42FE-AA51-FF685E8AE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292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77A21-C533-D3B8-2903-F8497A9EC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D5B5E-2038-AC18-9327-52DAEB3D7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2209E5-295D-F201-0B6E-2D252CCF3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30997-8969-992C-061C-3F8F4BF40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BFB5-E51A-4C5C-9C32-097967E30759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46C0E6-2740-0379-9121-0340194E0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41C04E-CD85-3938-132C-EC9928513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AAC3-A82B-42FE-AA51-FF685E8AE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796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C8B7D-C10C-5247-F1C5-4077CB9FD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67A720-C0D1-FF42-05F5-77A885634A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7B2B99-BE68-C774-A275-B480E8D01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1EE821-F4E6-05B6-98A2-7B9141734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BFB5-E51A-4C5C-9C32-097967E30759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4F877-7233-1A1D-1AF0-417B81B0B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BBBDA4-1A2A-B0EA-8AB8-3124295F0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AAC3-A82B-42FE-AA51-FF685E8AE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790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598B-A2FC-51C8-5676-595386E27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2082B-BF9C-F44F-9A51-CC7023876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2E260-B562-E0B4-83CC-84CA24FE1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BFB5-E51A-4C5C-9C32-097967E30759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822BA-6255-CF19-7C18-2D70AA7E9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EEC84-898E-CE22-D192-AA1A79A4B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AAC3-A82B-42FE-AA51-FF685E8AE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26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FDC966-5CD2-1C8D-1937-BCBC603FDE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FB7819-BACB-6668-3091-E3E77C888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B71FE-A3D6-C30C-204F-EEBC410FB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BFB5-E51A-4C5C-9C32-097967E30759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FCB2B-D7AD-ED6D-507B-04E205CA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9EDC4-27C8-54ED-A81A-6A321C21A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AAC3-A82B-42FE-AA51-FF685E8AE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87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D92AAC-8944-ABFC-BDE8-ABDFE1AE5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6E43E-EAFB-F059-A9AA-7D333948F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A3D68-6EB9-22AC-D457-12E878A094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85BFB5-E51A-4C5C-9C32-097967E30759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2AB2B-CAAD-0689-A8D0-EE3B0D25C5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FFE76-832E-2DA2-269F-9A118EF35D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0CAAC3-A82B-42FE-AA51-FF685E8AE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880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E7359A-22EE-DACE-E586-AF597B30F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982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11D51CF-AE7A-5AB7-00BF-101537B43F97}"/>
              </a:ext>
            </a:extLst>
          </p:cNvPr>
          <p:cNvSpPr/>
          <p:nvPr/>
        </p:nvSpPr>
        <p:spPr>
          <a:xfrm>
            <a:off x="531137" y="1838036"/>
            <a:ext cx="8588867" cy="1219200"/>
          </a:xfrm>
          <a:prstGeom prst="roundRect">
            <a:avLst>
              <a:gd name="adj" fmla="val 2961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CA14DE5-E9DB-6660-2557-AC5D3D641AE3}"/>
              </a:ext>
            </a:extLst>
          </p:cNvPr>
          <p:cNvSpPr/>
          <p:nvPr/>
        </p:nvSpPr>
        <p:spPr>
          <a:xfrm>
            <a:off x="775854" y="2124213"/>
            <a:ext cx="794327" cy="67440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F9451153-3BAC-D2B5-8CDA-089838ED84C8}"/>
              </a:ext>
            </a:extLst>
          </p:cNvPr>
          <p:cNvSpPr/>
          <p:nvPr/>
        </p:nvSpPr>
        <p:spPr>
          <a:xfrm rot="5400000">
            <a:off x="891307" y="2322870"/>
            <a:ext cx="286328" cy="277091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quals 8">
            <a:extLst>
              <a:ext uri="{FF2B5EF4-FFF2-40B4-BE49-F238E27FC236}">
                <a16:creationId xmlns:a16="http://schemas.microsoft.com/office/drawing/2014/main" id="{D733189A-8586-C997-4C48-D48FA000D23B}"/>
              </a:ext>
            </a:extLst>
          </p:cNvPr>
          <p:cNvSpPr/>
          <p:nvPr/>
        </p:nvSpPr>
        <p:spPr>
          <a:xfrm rot="16200000">
            <a:off x="1163781" y="2272145"/>
            <a:ext cx="369454" cy="350982"/>
          </a:xfrm>
          <a:prstGeom prst="mathEqual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9DAEB6D-3B58-935B-3C0C-F15CC0900BEC}"/>
              </a:ext>
            </a:extLst>
          </p:cNvPr>
          <p:cNvSpPr/>
          <p:nvPr/>
        </p:nvSpPr>
        <p:spPr>
          <a:xfrm>
            <a:off x="1915178" y="2110433"/>
            <a:ext cx="794327" cy="67440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689ED6-CC58-E3FD-F453-C72CAAA3EB0F}"/>
              </a:ext>
            </a:extLst>
          </p:cNvPr>
          <p:cNvSpPr/>
          <p:nvPr/>
        </p:nvSpPr>
        <p:spPr>
          <a:xfrm>
            <a:off x="2141468" y="2304359"/>
            <a:ext cx="341746" cy="31411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B648D1D-A4D3-1871-3DC5-907F5509E0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614" t="33664" r="10780" b="26430"/>
          <a:stretch>
            <a:fillRect/>
          </a:stretch>
        </p:blipFill>
        <p:spPr>
          <a:xfrm>
            <a:off x="2954222" y="2131064"/>
            <a:ext cx="381000" cy="16668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D43C709-87EE-B82B-D8BF-47C3D54179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29" t="14269" r="59807" b="21883"/>
          <a:stretch>
            <a:fillRect/>
          </a:stretch>
        </p:blipFill>
        <p:spPr>
          <a:xfrm>
            <a:off x="3006609" y="2421043"/>
            <a:ext cx="276225" cy="26670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20CB9A1-D141-A60C-3189-71293EE06575}"/>
              </a:ext>
            </a:extLst>
          </p:cNvPr>
          <p:cNvCxnSpPr>
            <a:cxnSpLocks/>
          </p:cNvCxnSpPr>
          <p:nvPr/>
        </p:nvCxnSpPr>
        <p:spPr>
          <a:xfrm>
            <a:off x="3976231" y="2554393"/>
            <a:ext cx="4085729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8884FE5-C3E7-A83A-60FA-DB01A27A2AF3}"/>
              </a:ext>
            </a:extLst>
          </p:cNvPr>
          <p:cNvCxnSpPr>
            <a:cxnSpLocks/>
          </p:cNvCxnSpPr>
          <p:nvPr/>
        </p:nvCxnSpPr>
        <p:spPr>
          <a:xfrm>
            <a:off x="8125613" y="2554393"/>
            <a:ext cx="79740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91AD3D34-91D2-68E1-AC43-389A0A36FDE1}"/>
              </a:ext>
            </a:extLst>
          </p:cNvPr>
          <p:cNvSpPr/>
          <p:nvPr/>
        </p:nvSpPr>
        <p:spPr>
          <a:xfrm>
            <a:off x="7998306" y="2478800"/>
            <a:ext cx="127307" cy="1257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71A34D-E6A8-14D9-29E0-75A12839EA4E}"/>
              </a:ext>
            </a:extLst>
          </p:cNvPr>
          <p:cNvSpPr/>
          <p:nvPr/>
        </p:nvSpPr>
        <p:spPr>
          <a:xfrm>
            <a:off x="3862715" y="2087450"/>
            <a:ext cx="766557" cy="25391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05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01:24.350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CCC36BB-AAED-581E-33C4-DB0A856CA62A}"/>
              </a:ext>
            </a:extLst>
          </p:cNvPr>
          <p:cNvSpPr/>
          <p:nvPr/>
        </p:nvSpPr>
        <p:spPr>
          <a:xfrm>
            <a:off x="8233916" y="2087450"/>
            <a:ext cx="766557" cy="25391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05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01:58.122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CCF4CCA-669F-EF23-9A84-F37B7F9AAEAE}"/>
              </a:ext>
            </a:extLst>
          </p:cNvPr>
          <p:cNvSpPr/>
          <p:nvPr/>
        </p:nvSpPr>
        <p:spPr>
          <a:xfrm>
            <a:off x="531137" y="575578"/>
            <a:ext cx="211404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Audio Player</a:t>
            </a:r>
            <a:endParaRPr lang="en-US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25F8C0B-5917-3A76-B01D-FEA155DA3D8D}"/>
              </a:ext>
            </a:extLst>
          </p:cNvPr>
          <p:cNvSpPr/>
          <p:nvPr/>
        </p:nvSpPr>
        <p:spPr>
          <a:xfrm>
            <a:off x="531137" y="1154140"/>
            <a:ext cx="4967322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1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Mix loaded: Bass, Delay Guitar, Drums, Tremolo Guitar</a:t>
            </a:r>
          </a:p>
        </p:txBody>
      </p:sp>
    </p:spTree>
    <p:extLst>
      <p:ext uri="{BB962C8B-B14F-4D97-AF65-F5344CB8AC3E}">
        <p14:creationId xmlns:p14="http://schemas.microsoft.com/office/powerpoint/2010/main" val="4040668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5B3D743-4F18-74D5-57BC-AB1C18901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982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BA38E83-6B6B-F158-7E10-EA33F5EFA0EF}"/>
              </a:ext>
            </a:extLst>
          </p:cNvPr>
          <p:cNvSpPr/>
          <p:nvPr/>
        </p:nvSpPr>
        <p:spPr>
          <a:xfrm>
            <a:off x="531137" y="1838036"/>
            <a:ext cx="8588867" cy="4045522"/>
          </a:xfrm>
          <a:prstGeom prst="roundRect">
            <a:avLst>
              <a:gd name="adj" fmla="val 2961"/>
            </a:avLst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A2A86D-5ED5-DA84-6BBC-4EB565ACA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137" y="258618"/>
            <a:ext cx="8438799" cy="110637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E7E5531-9AD5-8058-AD97-9C6DFED23B53}"/>
              </a:ext>
            </a:extLst>
          </p:cNvPr>
          <p:cNvSpPr/>
          <p:nvPr/>
        </p:nvSpPr>
        <p:spPr>
          <a:xfrm>
            <a:off x="706191" y="1485107"/>
            <a:ext cx="748923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Channel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60BEB7-5BAE-A365-54D1-F8165C16DB3F}"/>
              </a:ext>
            </a:extLst>
          </p:cNvPr>
          <p:cNvSpPr/>
          <p:nvPr/>
        </p:nvSpPr>
        <p:spPr>
          <a:xfrm>
            <a:off x="1858007" y="1494123"/>
            <a:ext cx="588623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C3741B-569F-088B-5F90-892AF655C661}"/>
              </a:ext>
            </a:extLst>
          </p:cNvPr>
          <p:cNvSpPr/>
          <p:nvPr/>
        </p:nvSpPr>
        <p:spPr>
          <a:xfrm>
            <a:off x="3044247" y="1485106"/>
            <a:ext cx="692690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Volume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829D7D-E36F-8668-D91D-2BC94A6BD061}"/>
              </a:ext>
            </a:extLst>
          </p:cNvPr>
          <p:cNvSpPr/>
          <p:nvPr/>
        </p:nvSpPr>
        <p:spPr>
          <a:xfrm>
            <a:off x="5719935" y="1494123"/>
            <a:ext cx="752130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Timeline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687766E-A724-0E8E-122A-EA70EF7F1A65}"/>
              </a:ext>
            </a:extLst>
          </p:cNvPr>
          <p:cNvCxnSpPr>
            <a:cxnSpLocks/>
          </p:cNvCxnSpPr>
          <p:nvPr/>
        </p:nvCxnSpPr>
        <p:spPr>
          <a:xfrm flipH="1">
            <a:off x="1501593" y="1838036"/>
            <a:ext cx="40880" cy="404552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678129B-37DA-24B0-81D3-CABDF0CDA601}"/>
              </a:ext>
            </a:extLst>
          </p:cNvPr>
          <p:cNvCxnSpPr>
            <a:cxnSpLocks/>
          </p:cNvCxnSpPr>
          <p:nvPr/>
        </p:nvCxnSpPr>
        <p:spPr>
          <a:xfrm flipH="1">
            <a:off x="2723170" y="1833420"/>
            <a:ext cx="87359" cy="404552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A925222-B4ED-E988-1FDE-1D53EC7A6921}"/>
              </a:ext>
            </a:extLst>
          </p:cNvPr>
          <p:cNvCxnSpPr>
            <a:cxnSpLocks/>
          </p:cNvCxnSpPr>
          <p:nvPr/>
        </p:nvCxnSpPr>
        <p:spPr>
          <a:xfrm flipH="1">
            <a:off x="3972581" y="1842652"/>
            <a:ext cx="87359" cy="404552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372F794-A0BF-4EE1-F5CE-DF67C51CF022}"/>
              </a:ext>
            </a:extLst>
          </p:cNvPr>
          <p:cNvCxnSpPr/>
          <p:nvPr/>
        </p:nvCxnSpPr>
        <p:spPr>
          <a:xfrm>
            <a:off x="531137" y="2844800"/>
            <a:ext cx="858886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94551E8-062A-92EB-1AA8-B60E2E174B59}"/>
              </a:ext>
            </a:extLst>
          </p:cNvPr>
          <p:cNvCxnSpPr/>
          <p:nvPr/>
        </p:nvCxnSpPr>
        <p:spPr>
          <a:xfrm>
            <a:off x="531136" y="3856181"/>
            <a:ext cx="858886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15D8CF4-1826-BC6D-8F75-3981C8863ABD}"/>
              </a:ext>
            </a:extLst>
          </p:cNvPr>
          <p:cNvCxnSpPr/>
          <p:nvPr/>
        </p:nvCxnSpPr>
        <p:spPr>
          <a:xfrm>
            <a:off x="531136" y="4941453"/>
            <a:ext cx="858886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D04012C-C53A-C03C-2118-3670162CA8AF}"/>
              </a:ext>
            </a:extLst>
          </p:cNvPr>
          <p:cNvSpPr/>
          <p:nvPr/>
        </p:nvSpPr>
        <p:spPr>
          <a:xfrm>
            <a:off x="775855" y="2124213"/>
            <a:ext cx="517236" cy="45257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006A6A2-7E84-BF5E-A64A-32B723828456}"/>
              </a:ext>
            </a:extLst>
          </p:cNvPr>
          <p:cNvSpPr/>
          <p:nvPr/>
        </p:nvSpPr>
        <p:spPr>
          <a:xfrm>
            <a:off x="757747" y="3077867"/>
            <a:ext cx="517236" cy="45257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8754EFC-41FC-6C11-46B9-7F63A56FE854}"/>
              </a:ext>
            </a:extLst>
          </p:cNvPr>
          <p:cNvSpPr/>
          <p:nvPr/>
        </p:nvSpPr>
        <p:spPr>
          <a:xfrm>
            <a:off x="757747" y="4130968"/>
            <a:ext cx="517236" cy="45257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CFABB3B-D4B6-D79D-4172-94304C9B75BE}"/>
              </a:ext>
            </a:extLst>
          </p:cNvPr>
          <p:cNvSpPr/>
          <p:nvPr/>
        </p:nvSpPr>
        <p:spPr>
          <a:xfrm>
            <a:off x="1619569" y="2174160"/>
            <a:ext cx="1065500" cy="35606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Drums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E736963-F27E-D2E5-4D3A-2E5A931AE5A0}"/>
              </a:ext>
            </a:extLst>
          </p:cNvPr>
          <p:cNvSpPr/>
          <p:nvPr/>
        </p:nvSpPr>
        <p:spPr>
          <a:xfrm>
            <a:off x="1619569" y="3126125"/>
            <a:ext cx="1065500" cy="35606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Bass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BE4AAC0-786B-66B7-CABA-389CE100499A}"/>
              </a:ext>
            </a:extLst>
          </p:cNvPr>
          <p:cNvSpPr/>
          <p:nvPr/>
        </p:nvSpPr>
        <p:spPr>
          <a:xfrm>
            <a:off x="1619569" y="4179226"/>
            <a:ext cx="1065500" cy="35606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Guitar</a:t>
            </a:r>
            <a:endParaRPr lang="en-US" sz="1100" dirty="0">
              <a:solidFill>
                <a:schemeClr val="tx1"/>
              </a:solidFill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5935DF2-FB00-4ACF-9EB2-EF9527704E6F}"/>
              </a:ext>
            </a:extLst>
          </p:cNvPr>
          <p:cNvGrpSpPr/>
          <p:nvPr/>
        </p:nvGrpSpPr>
        <p:grpSpPr>
          <a:xfrm>
            <a:off x="2842683" y="1949995"/>
            <a:ext cx="1103570" cy="714194"/>
            <a:chOff x="2842683" y="1949995"/>
            <a:chExt cx="1103570" cy="714194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B2BD1F7-6382-9F8A-72AF-09CC19E0A085}"/>
                </a:ext>
              </a:extLst>
            </p:cNvPr>
            <p:cNvCxnSpPr>
              <a:cxnSpLocks/>
            </p:cNvCxnSpPr>
            <p:nvPr/>
          </p:nvCxnSpPr>
          <p:spPr>
            <a:xfrm>
              <a:off x="2955636" y="2350502"/>
              <a:ext cx="600364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F3BA6AC-8EAD-EF9F-F4EE-E449B9F33EA6}"/>
                </a:ext>
              </a:extLst>
            </p:cNvPr>
            <p:cNvCxnSpPr>
              <a:cxnSpLocks/>
            </p:cNvCxnSpPr>
            <p:nvPr/>
          </p:nvCxnSpPr>
          <p:spPr>
            <a:xfrm>
              <a:off x="3556000" y="2350502"/>
              <a:ext cx="28255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C98F99D4-D5F5-0C23-0A72-F32ECADA2A33}"/>
                </a:ext>
              </a:extLst>
            </p:cNvPr>
            <p:cNvSpPr/>
            <p:nvPr/>
          </p:nvSpPr>
          <p:spPr>
            <a:xfrm>
              <a:off x="3517899" y="2286676"/>
              <a:ext cx="127307" cy="1257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5D5B69E-0A57-30C0-E46C-F36AC19B6015}"/>
                </a:ext>
              </a:extLst>
            </p:cNvPr>
            <p:cNvSpPr/>
            <p:nvPr/>
          </p:nvSpPr>
          <p:spPr>
            <a:xfrm>
              <a:off x="3103856" y="1949995"/>
              <a:ext cx="696024" cy="25391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105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+2.25 dB</a:t>
              </a: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7003135-5BE4-89FD-0A6D-7872AC3883B1}"/>
                </a:ext>
              </a:extLst>
            </p:cNvPr>
            <p:cNvCxnSpPr>
              <a:cxnSpLocks/>
            </p:cNvCxnSpPr>
            <p:nvPr/>
          </p:nvCxnSpPr>
          <p:spPr>
            <a:xfrm>
              <a:off x="3390592" y="2368297"/>
              <a:ext cx="0" cy="11296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B8073C5-EA86-DCD0-3E22-6296645A7949}"/>
                </a:ext>
              </a:extLst>
            </p:cNvPr>
            <p:cNvSpPr/>
            <p:nvPr/>
          </p:nvSpPr>
          <p:spPr>
            <a:xfrm>
              <a:off x="3278383" y="2464860"/>
              <a:ext cx="226344" cy="18466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6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EB6586D-D27E-30CB-B0EE-36D2B1A8A6E0}"/>
                </a:ext>
              </a:extLst>
            </p:cNvPr>
            <p:cNvSpPr/>
            <p:nvPr/>
          </p:nvSpPr>
          <p:spPr>
            <a:xfrm>
              <a:off x="3678231" y="2442607"/>
              <a:ext cx="268022" cy="18466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6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+6</a:t>
              </a:r>
              <a:endParaRPr lang="en-US" sz="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D526C07-962D-FA15-5B6D-F16B7786E589}"/>
                </a:ext>
              </a:extLst>
            </p:cNvPr>
            <p:cNvSpPr/>
            <p:nvPr/>
          </p:nvSpPr>
          <p:spPr>
            <a:xfrm rot="16200000">
              <a:off x="2891700" y="2458684"/>
              <a:ext cx="226344" cy="18466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6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8</a:t>
              </a:r>
              <a:endParaRPr lang="en-US" sz="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2B36B62-D6FF-A104-743B-766708BC8D03}"/>
                </a:ext>
              </a:extLst>
            </p:cNvPr>
            <p:cNvSpPr/>
            <p:nvPr/>
          </p:nvSpPr>
          <p:spPr>
            <a:xfrm>
              <a:off x="2842683" y="2454179"/>
              <a:ext cx="210314" cy="18466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6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-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D81222E-C295-5780-2D4F-38F11ABC485D}"/>
              </a:ext>
            </a:extLst>
          </p:cNvPr>
          <p:cNvGrpSpPr/>
          <p:nvPr/>
        </p:nvGrpSpPr>
        <p:grpSpPr>
          <a:xfrm>
            <a:off x="2819094" y="2905917"/>
            <a:ext cx="1103570" cy="714194"/>
            <a:chOff x="2842683" y="1949995"/>
            <a:chExt cx="1103570" cy="714194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702AAC7-A9D7-33EB-28F5-52ACCB41B233}"/>
                </a:ext>
              </a:extLst>
            </p:cNvPr>
            <p:cNvCxnSpPr>
              <a:cxnSpLocks/>
            </p:cNvCxnSpPr>
            <p:nvPr/>
          </p:nvCxnSpPr>
          <p:spPr>
            <a:xfrm>
              <a:off x="2955636" y="2350502"/>
              <a:ext cx="600364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B382D75-3E5E-2854-45FD-0CE045C28BC4}"/>
                </a:ext>
              </a:extLst>
            </p:cNvPr>
            <p:cNvCxnSpPr>
              <a:cxnSpLocks/>
            </p:cNvCxnSpPr>
            <p:nvPr/>
          </p:nvCxnSpPr>
          <p:spPr>
            <a:xfrm>
              <a:off x="3556000" y="2350502"/>
              <a:ext cx="28255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98BD1663-A973-6216-B7AA-D27EAFF65EE6}"/>
                </a:ext>
              </a:extLst>
            </p:cNvPr>
            <p:cNvSpPr/>
            <p:nvPr/>
          </p:nvSpPr>
          <p:spPr>
            <a:xfrm>
              <a:off x="3517899" y="2286676"/>
              <a:ext cx="127307" cy="1257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2557614-0B27-4FAA-F6A6-F6516345D363}"/>
                </a:ext>
              </a:extLst>
            </p:cNvPr>
            <p:cNvSpPr/>
            <p:nvPr/>
          </p:nvSpPr>
          <p:spPr>
            <a:xfrm>
              <a:off x="3103856" y="1949995"/>
              <a:ext cx="696024" cy="25391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105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+2.25 dB</a:t>
              </a: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F658AD3-61D9-83B5-78DF-8611171DC093}"/>
                </a:ext>
              </a:extLst>
            </p:cNvPr>
            <p:cNvCxnSpPr>
              <a:cxnSpLocks/>
            </p:cNvCxnSpPr>
            <p:nvPr/>
          </p:nvCxnSpPr>
          <p:spPr>
            <a:xfrm>
              <a:off x="3390592" y="2368297"/>
              <a:ext cx="0" cy="11296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97BB3022-E651-DE45-A09D-45E7C2181956}"/>
                </a:ext>
              </a:extLst>
            </p:cNvPr>
            <p:cNvSpPr/>
            <p:nvPr/>
          </p:nvSpPr>
          <p:spPr>
            <a:xfrm>
              <a:off x="3278383" y="2464860"/>
              <a:ext cx="226344" cy="18466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6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5FA9551-F544-BC8A-3E8D-87F35729686E}"/>
                </a:ext>
              </a:extLst>
            </p:cNvPr>
            <p:cNvSpPr/>
            <p:nvPr/>
          </p:nvSpPr>
          <p:spPr>
            <a:xfrm>
              <a:off x="3678231" y="2442607"/>
              <a:ext cx="268022" cy="18466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6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+6</a:t>
              </a:r>
              <a:endParaRPr lang="en-US" sz="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17FB83D-E4F6-7D83-B26D-3439ED79EB01}"/>
                </a:ext>
              </a:extLst>
            </p:cNvPr>
            <p:cNvSpPr/>
            <p:nvPr/>
          </p:nvSpPr>
          <p:spPr>
            <a:xfrm rot="16200000">
              <a:off x="2891700" y="2458684"/>
              <a:ext cx="226344" cy="18466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6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8</a:t>
              </a:r>
              <a:endParaRPr lang="en-US" sz="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F349EBA8-E2CD-57D5-B1B4-D0DBE3F90F07}"/>
                </a:ext>
              </a:extLst>
            </p:cNvPr>
            <p:cNvSpPr/>
            <p:nvPr/>
          </p:nvSpPr>
          <p:spPr>
            <a:xfrm>
              <a:off x="2842683" y="2454179"/>
              <a:ext cx="210314" cy="18466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6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-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8596568-B61A-11BC-02E4-728D83605434}"/>
              </a:ext>
            </a:extLst>
          </p:cNvPr>
          <p:cNvGrpSpPr/>
          <p:nvPr/>
        </p:nvGrpSpPr>
        <p:grpSpPr>
          <a:xfrm>
            <a:off x="2837483" y="3968547"/>
            <a:ext cx="1103570" cy="714194"/>
            <a:chOff x="2842683" y="1949995"/>
            <a:chExt cx="1103570" cy="714194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5E47F930-48DA-8553-FE98-D4C0D5E2A8AA}"/>
                </a:ext>
              </a:extLst>
            </p:cNvPr>
            <p:cNvCxnSpPr>
              <a:cxnSpLocks/>
            </p:cNvCxnSpPr>
            <p:nvPr/>
          </p:nvCxnSpPr>
          <p:spPr>
            <a:xfrm>
              <a:off x="2955636" y="2350502"/>
              <a:ext cx="600364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6117A94B-F03A-A39C-D465-F50233A6AB3A}"/>
                </a:ext>
              </a:extLst>
            </p:cNvPr>
            <p:cNvCxnSpPr>
              <a:cxnSpLocks/>
            </p:cNvCxnSpPr>
            <p:nvPr/>
          </p:nvCxnSpPr>
          <p:spPr>
            <a:xfrm>
              <a:off x="3556000" y="2350502"/>
              <a:ext cx="28255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6F0D85E5-0853-30CF-A21C-9E591376130D}"/>
                </a:ext>
              </a:extLst>
            </p:cNvPr>
            <p:cNvSpPr/>
            <p:nvPr/>
          </p:nvSpPr>
          <p:spPr>
            <a:xfrm>
              <a:off x="3517899" y="2286676"/>
              <a:ext cx="127307" cy="1257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6B6E5AFA-2DC0-1EB1-F6A6-5C8222B9EE94}"/>
                </a:ext>
              </a:extLst>
            </p:cNvPr>
            <p:cNvSpPr/>
            <p:nvPr/>
          </p:nvSpPr>
          <p:spPr>
            <a:xfrm>
              <a:off x="3103856" y="1949995"/>
              <a:ext cx="696024" cy="25391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105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+2.25 dB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39BF4C04-2506-2A39-7AF1-864062FDBCE5}"/>
                </a:ext>
              </a:extLst>
            </p:cNvPr>
            <p:cNvCxnSpPr>
              <a:cxnSpLocks/>
            </p:cNvCxnSpPr>
            <p:nvPr/>
          </p:nvCxnSpPr>
          <p:spPr>
            <a:xfrm>
              <a:off x="3390592" y="2368297"/>
              <a:ext cx="0" cy="11296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A417F02A-C06E-135C-9BCF-24A613F0A693}"/>
                </a:ext>
              </a:extLst>
            </p:cNvPr>
            <p:cNvSpPr/>
            <p:nvPr/>
          </p:nvSpPr>
          <p:spPr>
            <a:xfrm>
              <a:off x="3278383" y="2464860"/>
              <a:ext cx="226344" cy="18466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6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C16118EC-A24A-4342-8095-D2A1BE3AEF35}"/>
                </a:ext>
              </a:extLst>
            </p:cNvPr>
            <p:cNvSpPr/>
            <p:nvPr/>
          </p:nvSpPr>
          <p:spPr>
            <a:xfrm>
              <a:off x="3678231" y="2442607"/>
              <a:ext cx="268022" cy="18466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6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+6</a:t>
              </a:r>
              <a:endParaRPr lang="en-US" sz="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6F1D99A-C9C7-41BD-F685-F7B2CBC0D7FC}"/>
                </a:ext>
              </a:extLst>
            </p:cNvPr>
            <p:cNvSpPr/>
            <p:nvPr/>
          </p:nvSpPr>
          <p:spPr>
            <a:xfrm rot="16200000">
              <a:off x="2891700" y="2458684"/>
              <a:ext cx="226344" cy="18466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6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8</a:t>
              </a:r>
              <a:endParaRPr lang="en-US" sz="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17609CCB-AC2C-6B80-1144-E0E0912BFEE3}"/>
                </a:ext>
              </a:extLst>
            </p:cNvPr>
            <p:cNvSpPr/>
            <p:nvPr/>
          </p:nvSpPr>
          <p:spPr>
            <a:xfrm>
              <a:off x="2842683" y="2454179"/>
              <a:ext cx="210314" cy="18466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6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-</a:t>
              </a:r>
            </a:p>
          </p:txBody>
        </p:sp>
      </p:grpSp>
      <p:pic>
        <p:nvPicPr>
          <p:cNvPr id="86" name="Picture 85">
            <a:extLst>
              <a:ext uri="{FF2B5EF4-FFF2-40B4-BE49-F238E27FC236}">
                <a16:creationId xmlns:a16="http://schemas.microsoft.com/office/drawing/2014/main" id="{921C79E9-92D3-9B03-03FE-2502D2E6F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0843" y="1923809"/>
            <a:ext cx="3881677" cy="909738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B849A756-5A8E-2ADD-F8E4-CEB36ECFDB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4189" y="2166321"/>
            <a:ext cx="725747" cy="468520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E16AAD44-0B91-B42D-A680-CA494D025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7988" y="2886133"/>
            <a:ext cx="3881677" cy="909738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DD9E9E1A-797A-972E-AAA4-5B30B0BCA3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1334" y="3128645"/>
            <a:ext cx="725747" cy="468520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1480BC02-B9EE-C5F0-1F06-C9707AD98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5644" y="3952764"/>
            <a:ext cx="3881677" cy="909738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CE636CA1-AA54-DA03-AD05-6B07AC202F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8990" y="4195276"/>
            <a:ext cx="725747" cy="468520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D953E9DF-0B1D-5479-4753-EBF074FCEB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736" y="5200166"/>
            <a:ext cx="899378" cy="40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326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50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Hugo Vela</dc:creator>
  <cp:lastModifiedBy>Hugo Vela</cp:lastModifiedBy>
  <cp:revision>1</cp:revision>
  <dcterms:created xsi:type="dcterms:W3CDTF">2026-08-08T06:40:59Z</dcterms:created>
  <dcterms:modified xsi:type="dcterms:W3CDTF">2026-08-08T08:06:30Z</dcterms:modified>
</cp:coreProperties>
</file>